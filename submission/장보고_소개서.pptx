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x Solana AI Agentic Hackathon 제출작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</a:t>
            </a:r>
            <a:pPr indent="0" marL="0">
              <a:buNone/>
            </a:pPr>
            <a:r>
              <a:rPr lang="en-US" sz="30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JangBogo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Commerce Gateway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 33만 가맹점이 코드 한 줄 없이,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AI 에이전트 경제의 판매자가 됩니다 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목록만 붙여넣으면 5분 만에 — AP2 위임장 검증 · A2A 견적 · x402 결제를 갖춘 헤드리스 상점 완성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10235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jangbogo-748897460867.asia-northeast3.run.app</a:t>
            </a:r>
            <a:pPr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Cloud Run 서울 · devnet 실결제 · Vertex AI Gemini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623560"/>
            <a:ext cx="1275588" cy="411480"/>
          </a:xfrm>
          <a:prstGeom prst="roundRect">
            <a:avLst>
              <a:gd name="adj" fmla="val 48889"/>
            </a:avLst>
          </a:prstGeom>
          <a:solidFill>
            <a:srgbClr val="1B2436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14416"/>
            <a:ext cx="1275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AP2 mandate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63140" y="5623560"/>
            <a:ext cx="580644" cy="411480"/>
          </a:xfrm>
          <a:prstGeom prst="roundRect">
            <a:avLst>
              <a:gd name="adj" fmla="val 48889"/>
            </a:avLst>
          </a:prstGeom>
          <a:solidFill>
            <a:srgbClr val="1B2436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3140" y="5614416"/>
            <a:ext cx="58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08376" y="5623560"/>
            <a:ext cx="667512" cy="411480"/>
          </a:xfrm>
          <a:prstGeom prst="roundRect">
            <a:avLst>
              <a:gd name="adj" fmla="val 48889"/>
            </a:avLst>
          </a:prstGeom>
          <a:solidFill>
            <a:srgbClr val="1B2436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5614416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5623560"/>
            <a:ext cx="1883664" cy="411480"/>
          </a:xfrm>
          <a:prstGeom prst="roundRect">
            <a:avLst>
              <a:gd name="adj" fmla="val 48889"/>
            </a:avLst>
          </a:prstGeom>
          <a:solidFill>
            <a:srgbClr val="1B2436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5614416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Devnet USDC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88736" y="5623560"/>
            <a:ext cx="841248" cy="411480"/>
          </a:xfrm>
          <a:prstGeom prst="roundRect">
            <a:avLst>
              <a:gd name="adj" fmla="val 48889"/>
            </a:avLst>
          </a:prstGeom>
          <a:solidFill>
            <a:srgbClr val="1B2436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88736" y="5614416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장보고 · 2026.08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— 에이전트 커머스의 병목은 판매자다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프로토콜은 표준화됐지만, 물건을 '팔 수 있는' 가맹점이 없다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2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7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933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접점 부재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0곳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VAN 가맹점 33만 곳 중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고객의 자율 구매를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수용할 수 있는 상점 수.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UI는 사람 전용이다.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2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011680"/>
            <a:ext cx="384048" cy="384048"/>
          </a:xfrm>
          <a:prstGeom prst="ellipse">
            <a:avLst/>
          </a:prstGeom>
          <a:solidFill>
            <a:srgbClr val="F0445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97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9933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 부재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“이 에이전트를 믿어도 되나”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3840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결제가 열리는 순간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가맹점이 던질 첫 질문.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증명 없는 주문은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분쟁·AML 리스크다.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2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2011680"/>
            <a:ext cx="384048" cy="384048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997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19933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레일 부적합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23,951 : 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3840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크롤러의 Crawl-to-Refer 비율.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에이전트는 카드를 못 쓴다 —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3DS·본인인증 루프에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없기 때문이다.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해커톤 제출작들은 전부 '구매자측 한도 지갑'에 몰려 있다 — 판매자측은 비어 있는 전장이다.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4847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— Agent Commerce Gateway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 — 심사장의 5개 기관이 곧 고객이다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고객(가맹점)에서 시작해, 결제 인프라(PG·VAN·카드)로 확장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4708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· 소상공인/온라인 셀러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조달·판매를 에이전트에 맡기고 싶은 가맹점 — 온보딩 5분, 코드 0줄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84708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8DEFF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837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2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시작점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986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· 자율 조달 사업자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278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카페·식당·사무실의 소모품 반복 구매 — 위임 예산 안에서 에이전트가 알아서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89864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8D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889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2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수요측 네트워크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5020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3차 · PG · VAN · 카드사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27939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KSNET 33만 가맹점 솔라나페이 실험, KG이니시스 정기결제 실증, 신한카드 하이브리드 — 이들의 가맹점측 어댑터·신뢰 통제 레이어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395020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8DEFF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3941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2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파트너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0" y="17373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0F1523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$3~5조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46720" y="2267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글로벌 에이전트 커머스 (McKinsey)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0" y="278892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0F1523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$3,081억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046720" y="3319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스테이블코인 시총 (2026.7, +18.6% YoY)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0" y="384048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0F1523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46720" y="4370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결제의 Solana 체인 비중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특수 맥락: 디지털자산기본법 연내 제정 추진 + 카드사 공동 원화 스테이블코인 PoC 완료 — 규제 양립 스토리가 국내 심사의 우승 코드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— Agent Commerce Gateway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장보고 — 붙여넣으면 상점, 검증하면 신뢰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판매자측에서 완성하는 에이전트 커머스: 온보딩 → 신뢰 검증 → 정산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61872"/>
          </a:xfrm>
          <a:prstGeom prst="roundRect">
            <a:avLst>
              <a:gd name="adj" fmla="val 7246"/>
            </a:avLst>
          </a:prstGeom>
          <a:solidFill>
            <a:srgbClr val="F2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9110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 헤드리스 상점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25880" y="22585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상품명·가격·재고만 입력하면 즉시 발급: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기계용 카탈로그(JSON) · A2A 견적 응답 에이전트 · x402 결제 엔드포인트.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0줄, 개발자 0명.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261872"/>
          </a:xfrm>
          <a:prstGeom prst="roundRect">
            <a:avLst>
              <a:gd name="adj" fmla="val 7246"/>
            </a:avLst>
          </a:prstGeom>
          <a:solidFill>
            <a:srgbClr val="FFF1F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332841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판매자측 AP2 위임장 검증 (핵심 차별점)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367588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 에이전트가 제출한 Intent/Cart Mandate(ed25519 서명)를 가맹점이 직접 5단 검증: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→ 만료 → 카테고리 범위 → 누적 예산 → 온체인 지불 일치.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하나라도 어긋나면 결제 자체가 거절 — LLM 판단 불개입, 프롬프트 인젝션 면역.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261872"/>
          </a:xfrm>
          <a:prstGeom prst="roundRect">
            <a:avLst>
              <a:gd name="adj" fmla="val 7246"/>
            </a:avLst>
          </a:prstGeom>
          <a:solidFill>
            <a:srgbClr val="F2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47457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즉시 정산 + 원화 리포트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25880" y="50932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결제는 devnet USDC로 2~4초 확정, 수수료 0.5% 차감 후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원화 환산 정산 대시보드 제공 — VAN 오프램프 연동을 전제한 설계.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킥오프 심사 위시리스트 4개(실동작 온체인 결제 · 한도 내 자율 결제 · Solana 스택 · 왜 온체인인가)에 전부 정면 대응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— Agent Commerce Gateway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— 목업이 아니라, 방금 devnet에서 돌았다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2026-08-03 실측 · Solana Explorer에서 Finalized 확인 가능한 실제 트랜잭션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297680"/>
          </a:xfrm>
          <a:prstGeom prst="roundRect">
            <a:avLst>
              <a:gd name="adj" fmla="val 2553"/>
            </a:avLst>
          </a:prstGeom>
          <a:solidFill>
            <a:srgbClr val="0F152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 AP2 Intent Mandate 발급 — 범위 [식자재] · 예산 100 USDC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414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가맹점 5곳 탐색 → A2A 견적 요청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91693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견적 수신: 성수 13.10 / 제주 14.14 / 강릉 14.83 USDC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39242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Gemini 사유: “최저 단가 — 총액 기준 최적” → 성수 로스터리 선택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86791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 402 Payment Required 수신 → 65.52 USDC 청구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 USDC 온체인 전송 (memo = 주문 nonce)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8188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 가맹점 검증 5단 통과 → 주문 확정 · 서명 영수증 수취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54406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 5yqKUx…FPEq — Explorer: Success · Finalized · TransferChecked 65.51724 USDC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169164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F2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1783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26680" y="22219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비교→온체인 결제→영수증 풀사이클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52360" y="278892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F2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26680" y="3319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승인 횟수 (한도 내 완전 자율)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52360" y="388620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F2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3977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31/31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26680" y="44165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11 + 통합 20 테스트 전부 통과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52360" y="498348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F2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5074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5종 차단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26680" y="55138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초과·만료·범위 밖·과소지불·리플레이 — 전부 결제 전 거절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라이브: jangbogo-748897460867.asia-northeast3.run.app — 네거티브 3종 버튼으로 '결제 이전 차단'을 즉석 시연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4847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— Agent Commerce Gateway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— 3-프로토콜을 한 파이프라인으로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AP2(신원·의도) + A2A(에이전트 통신) + x402(결제 레일) 풀 데모 — 글로벌에서도 희소한 조합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E8DE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2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사장님(Principal)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위임장 서명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Mandate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(예산·범위·만료)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0360" y="201168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DCEBFF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 에이전트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의사결정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비교·선택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지갑 보유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201168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FFE9EC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게이트웨이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견적 중개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 정책 엔진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 검증·거절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201168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DFF7E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가맹점 상점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헤드리스 카탈로그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청구(HTTP 402)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영수증 발급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875520" y="201168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ED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1268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2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Devnet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1268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전송 ~400ms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memo=nonce 바인딩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부인 불가 기록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786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1032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4204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7376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위임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346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A2A 견적 교환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206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mandate 5단 검증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066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x402: 402 → 지불 → X-PAYMENT 재시도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F1523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 — 결정론적 한도 집행.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인젝션은 근본적으로 완전 방어 불가(arXiv 2605.17634) → 결제 승인은 LLM이 아닌 정책 코드가 한다(정책 차단 100% vs 모델 방어 74.6%, arXiv 2603.20953). LLM은 사유 서술만 담당.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— Agent Commerce Gateway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온체인(솔라나)인가 — 경쟁군은 카드 네트워크다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에이전트에게 카드는 구조적으로 불가능하다: 본인인증 루프에 사람이 없다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71800" y="1783080"/>
            <a:ext cx="4206240" cy="658368"/>
          </a:xfrm>
          <a:prstGeom prst="rect">
            <a:avLst/>
          </a:prstGeom>
          <a:solidFill>
            <a:srgbClr val="D8DEE7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0" y="1783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네트워크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1783080"/>
            <a:ext cx="4480560" cy="658368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783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(x402 + USDC on Solana)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237744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9631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결제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71800" y="2496312"/>
            <a:ext cx="420624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496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불가 — 3DS·본인인증에 사람 필수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0" y="2496312"/>
            <a:ext cx="448056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24963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 — 서명 지갑 = 에이전트 신원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09544"/>
            <a:ext cx="2377440" cy="658368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954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결제 수수료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71800" y="3209544"/>
            <a:ext cx="4206240" cy="658368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32095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~3.5% + 환전 스프레드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23760" y="3209544"/>
            <a:ext cx="4480560" cy="658368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320954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~$0.0001 (네트워크 수수료)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22776"/>
            <a:ext cx="237744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227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71800" y="3922776"/>
            <a:ext cx="420624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0" y="39227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D+2~7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23760" y="3922776"/>
            <a:ext cx="448056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39227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2~4초, 24/7 (실측 400ms 확정)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636008"/>
            <a:ext cx="2377440" cy="658368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6360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차지백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971800" y="4636008"/>
            <a:ext cx="4206240" cy="658368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0" y="46360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있음 — 판매자 리스크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23760" y="4636008"/>
            <a:ext cx="4480560" cy="658368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46360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 — 서명 영수증·부인 불가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349240"/>
            <a:ext cx="237744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3492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증명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971800" y="5349240"/>
            <a:ext cx="420624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6" name="Text 34"/>
          <p:cNvSpPr/>
          <p:nvPr/>
        </p:nvSpPr>
        <p:spPr>
          <a:xfrm>
            <a:off x="3108960" y="5349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23760" y="5349240"/>
            <a:ext cx="448056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8" name="Text 36"/>
          <p:cNvSpPr/>
          <p:nvPr/>
        </p:nvSpPr>
        <p:spPr>
          <a:xfrm>
            <a:off x="7360920" y="5349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AP2 mandate 온체인 검증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금융위(7/21): “AI 에이전트 커머스, 스테이블코인만 전제할 필요 없다” → 그래서 무계정·저수수료·즉시정산이라는 당위로 답한다. K-콘텐츠 해외 결제 56%가 이 문제의 실증 시장.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4847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— Agent Commerce Gateway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— 인프라 성숙 + 규제 청신호가 겹친 6개월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Maturation + Regulatory Greenlight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039112"/>
            <a:ext cx="201168" cy="201168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240280"/>
            <a:ext cx="32004" cy="896112"/>
          </a:xfrm>
          <a:prstGeom prst="rect">
            <a:avLst/>
          </a:prstGeom>
          <a:solidFill>
            <a:srgbClr val="D8DEE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2026.4~7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783080"/>
            <a:ext cx="9052560" cy="9144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892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 연쇄 MOU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21284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신한카드 → KG이니시스 → KSNET이 솔라나 재단과 연속 MOU. KSNET은 x402 AI 자동결제 PoC 착수 — 이 해커톤 심사단이 곧 실증 파트너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201168" cy="201168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3319272"/>
            <a:ext cx="32004" cy="896112"/>
          </a:xfrm>
          <a:prstGeom prst="rect">
            <a:avLst/>
          </a:prstGeom>
          <a:solidFill>
            <a:srgbClr val="D8DEE7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077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2026.7.14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862072"/>
            <a:ext cx="9052560" cy="9144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2971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재단 출범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3291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 산하, Visa·Mastercard·Stripe·Google·Circle 등 40개사 창립 — 결제 표준 전쟁의 승자 윤곽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197096"/>
            <a:ext cx="201168" cy="201168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" y="4398264"/>
            <a:ext cx="32004" cy="896112"/>
          </a:xfrm>
          <a:prstGeom prst="rect">
            <a:avLst/>
          </a:prstGeom>
          <a:solidFill>
            <a:srgbClr val="D8DEE7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9867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3941064"/>
            <a:ext cx="9052560" cy="9144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40507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pay.sh 출시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34640" y="43708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Foundation x Google Cloud — 계정·API 키 없는 종량 결제 레이어, 70+ 유료 API 연결. 장보고는 x402 호환으로 즉시 편승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5276088"/>
            <a:ext cx="201168" cy="201168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0657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연내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0" y="5020056"/>
            <a:ext cx="9052560" cy="9144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512978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디지털자산기본법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834640" y="544982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원화 스테이블코인 제도권 편입 추진 + 9개 카드사 공동 PoC 완료 — 원화 정산 로드맵의 규제 기반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4847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— Agent Commerce Gateway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수익모델 — 결제가 흐르면 수수료가 흐른다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가맹 수수료(1.5~3%+) 대비 압도적으로 싼 레일 위에서, 지속 가능한 3층 수익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0F152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수수료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결제액의 0.5%.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수수료의 1/3~1/6 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가맹점은 아끼고 우리는 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(데모 원장에 이미 자동 집계 구현)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2F4F6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057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29,000원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정산 SaaS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정산 리포트 · 재고 연동 ·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지점 관리 · 세무 내보내기.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가맹점당 월 구독.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2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057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1248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선정산 팩토링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온체인 매출 이력 = 검증된 신용.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선정산 시장 18조원 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KG파이낸셜 신사업과 정합적인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스텝.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D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2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경제 예시  </a:t>
            </a:r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가맹점 1곳 · 월 에이전트 매출 500만원 가정 → 수수료 25,000원 + SaaS 29,000원 = 월 54,000원 · 33만 가맹점의 1%만 온보딩해도 연 21억원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4847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— Agent Commerce Gateway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우리의 위치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T2(규칙 위임)의 안전장치로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T3(완전 자율 상거래)의 문을 연다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2436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배포 완료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3840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실서비스 + devnet 실결제 · 31 테스트 · 공격 5종 차단 — 지금 접속 가능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292608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 PoC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3840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KSNET 가맹점 파일럿 · pay.sh 연동 · 실가맹점 온보딩 실험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292608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6676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원화 정산 상용화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840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디지털자산기본법 시행에 맞춘 원화 스테이블코인 오프램프 + 선정산 출시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장보고 — 신라의 무역왕이 바닷길을 열었듯, 에이전트 경제의 판매자 관문을 엽니다.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 </a:t>
            </a:r>
            <a:pPr indent="0" marL="0">
              <a:buNone/>
            </a:pPr>
            <a:r>
              <a:rPr lang="en-US" sz="11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https://jangbogo-748897460867.asia-northeast3.run.app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실측 tx: Solana Explorer (devnet) · 코드·문서: 제출 레포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2026-08-03T13:19:23Z</dcterms:created>
  <dcterms:modified xsi:type="dcterms:W3CDTF">2026-08-03T13:19:23Z</dcterms:modified>
</cp:coreProperties>
</file>